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FF24-7F86-8FDC-DF02-7565D522D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4D19F7-DB00-9DFB-361E-15116218F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2F963-C0B3-1A10-77B2-ED9276830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BE49-5142-49CF-BCEB-C3C4BE467FF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13546-833C-0F09-3235-7C14AB5B9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F8759-8D74-3EC9-9409-A2B36C4A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CE62-E204-44FF-9AC2-50B4F0D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26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638B1-FDBE-11F6-63D0-F80E0A8FA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B9F89-F014-4C79-DC09-42EAC53AB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CBF82-3AAD-9115-5DB2-DFD05BCD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BE49-5142-49CF-BCEB-C3C4BE467FF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911D6-A3BA-478E-12C5-6B984A323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30A4C-B789-F4A4-294D-FB5F6E6F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CE62-E204-44FF-9AC2-50B4F0D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61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4EE1-643C-65FF-0E19-AEE2D2760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5751E-3A02-27B5-E2BD-25D039E86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86FE7-90EE-B5C4-3641-61F73F64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BE49-5142-49CF-BCEB-C3C4BE467FF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E11FA-A3D7-CCB5-3A39-FDC85E64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525EF-D74D-8D49-4329-B4B29787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CE62-E204-44FF-9AC2-50B4F0D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34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1A804-13BF-5978-5C5E-A40D2F9E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561C6-A2C5-707D-8CFF-7D920076CB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1AF5D-995B-9639-1FE6-93B66067A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F24CD-1A26-9632-29F8-7FE5DCF1C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BE49-5142-49CF-BCEB-C3C4BE467FF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8B907-11E2-A8DA-C148-969528C52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27DD5-CE95-F0C3-FC62-D31234AA6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CE62-E204-44FF-9AC2-50B4F0D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42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F7ED8-5E9A-B400-46DD-B450B4FAF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7EBD1-964A-B0A3-BB8A-4255800B0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6FCCE-F951-1446-D12D-7D7A36FF1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2BFBC8-09D6-F0EB-560A-143208D3F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775E93-BAD5-AF97-065B-98FAE7BA8C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A7E282-A52C-3D82-D93B-21FFD6E5C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BE49-5142-49CF-BCEB-C3C4BE467FF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ED7296-AE46-DA73-A3ED-1684DD95D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8DF46D-F45C-DFA0-0875-08DE323E9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CE62-E204-44FF-9AC2-50B4F0D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808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55579-C9C0-8ACF-FB88-443A46209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48EE61-E249-0F28-82B2-723729705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BE49-5142-49CF-BCEB-C3C4BE467FF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DC9738-E977-0ED2-FFFB-CAE3FD3FF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7FE64-9AEA-14EB-2C0F-A86F0F8C9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CE62-E204-44FF-9AC2-50B4F0D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66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4C24E8-52FC-6B3A-77CB-B26F50D33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BE49-5142-49CF-BCEB-C3C4BE467FF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CA5267-9C31-E56D-1CD9-67626226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376B2-DD8B-5345-C4FC-7F69D746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CE62-E204-44FF-9AC2-50B4F0D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75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6D0C9-ADDA-A5B9-DAE3-793DB9B5E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19576-867B-6AA3-5ED7-A1A1566EE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1157E-0A63-2655-034A-032EA7CBA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31CE1-1493-8FBB-76B1-9285AE177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BE49-5142-49CF-BCEB-C3C4BE467FF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51B0F0-B9C5-4FFE-993A-EE7F7BC3E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E6790-B06F-B749-1B85-A74CA0DF0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CE62-E204-44FF-9AC2-50B4F0D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77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C8A7A-C306-DC57-758B-A10B62E5B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4CE1E0-B0DC-6BE6-9EB7-3022E163EC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133AE-9A91-A906-FC4E-B77804CC1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A48D6-2F01-4AAF-6EB6-EA9E9C941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BE49-5142-49CF-BCEB-C3C4BE467FF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E9004-22F9-B13A-EC01-81E21F220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0184B-AC45-72F0-3B5B-57EAF576C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CE62-E204-44FF-9AC2-50B4F0D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74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743CC-14FF-82A1-FB73-31550283C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4140A5-DEB3-F5C4-F45A-884B8E5E6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48880-0A8A-11A5-3B0D-B53D27CD2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BE49-5142-49CF-BCEB-C3C4BE467FF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6FD02-2265-63FA-F150-138C05618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04628-52D4-4EA8-3470-3DF6A2F0A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CE62-E204-44FF-9AC2-50B4F0D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87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3F87FC-3264-2023-F6DF-99007FCCF3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43E24F-6FB8-6502-F43F-F67B52FE3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A85B3-DD36-E923-4625-4B92F2D6B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BE49-5142-49CF-BCEB-C3C4BE467FF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1E51E-8866-BAF2-33C5-87DCDC81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74A4E-4D99-8F8C-78D8-495E06B20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CE62-E204-44FF-9AC2-50B4F0D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75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3FD6F6-45D2-B0E4-8E0A-5E823EAC2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D46B2-1092-16E7-23A1-3BA22537F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A4650-67E4-D9AB-9F28-DBDD01A06C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5BE49-5142-49CF-BCEB-C3C4BE467FF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A1B6A-88FD-68E3-6CF1-E7DAE7396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70059-596E-6032-2ADB-39A0F50DF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15CE62-E204-44FF-9AC2-50B4F0D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773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4D5E4-2D8B-F7AF-64A6-68CE01034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COMP-SCI 5501 - Assignment 4 </a:t>
            </a:r>
            <a:br>
              <a:rPr lang="en-US" b="0" dirty="0">
                <a:effectLst/>
              </a:rPr>
            </a:br>
            <a:r>
              <a:rPr lang="en-US" sz="4900" b="1" dirty="0"/>
              <a:t>Application of Tree Structures &amp; Algorithms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CE99A-1A7C-8857-D1B6-C29CA8DF1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b="0" dirty="0">
              <a:effectLst/>
            </a:endParaRPr>
          </a:p>
          <a:p>
            <a:r>
              <a:rPr lang="en-US" dirty="0"/>
              <a:t>Group 2: Nimisha Chandra, Josh Oursler, </a:t>
            </a:r>
            <a:r>
              <a:rPr lang="en-US" dirty="0" err="1"/>
              <a:t>Bosia</a:t>
            </a:r>
            <a:r>
              <a:rPr lang="en-US" dirty="0"/>
              <a:t> N’dri, Sarah Newell, Joel Vinas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789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D810EB-30EF-B5E4-5AD3-43D333351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AVL and Red &amp; Black Trees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50877F-2200-2E63-A00D-80B5A38FAE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Prove the statement, AVL trees offer faster search due to their strict height balancing whereas Red-Black trees are faster while insert and delete operations.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827902-E6E7-62FE-F9B9-310863E569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27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2A052C-2323-E35C-AA10-0E0AACE45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B Tree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4B3BF8-B68B-6601-4A1F-52E90F3AEE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31124C-1742-0DFD-D449-D8B54336BD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70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A04A2-0854-FBA6-9344-3022C81C3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k-labeling for Perfect Ternary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9A9D9-F9E1-FE07-F09B-C3170E1F47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Find out the best data-structure to represent / store the graph in memory.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Devise an algorithm to assign the labels to the vertices using vertex k-labeling definition. (Main Task)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traversing will be applied?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Store the labels of vertices and weights of the edges as an outcome.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Compare your results with mathematical property and tabulate the outcomes for comparison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23A09-E517-7482-5C10-DC0B31E9E6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01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139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COMP-SCI 5501 - Assignment 4  Application of Tree Structures &amp; Algorithms</vt:lpstr>
      <vt:lpstr>Implementation of AVL and Red &amp; Black Trees</vt:lpstr>
      <vt:lpstr>Implementation of B Tree</vt:lpstr>
      <vt:lpstr>Vertex k-labeling for Perfect Ternary 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Vinas</dc:creator>
  <cp:lastModifiedBy>Joel Vinas</cp:lastModifiedBy>
  <cp:revision>4</cp:revision>
  <dcterms:created xsi:type="dcterms:W3CDTF">2025-11-30T21:06:55Z</dcterms:created>
  <dcterms:modified xsi:type="dcterms:W3CDTF">2025-11-30T21:33:34Z</dcterms:modified>
</cp:coreProperties>
</file>